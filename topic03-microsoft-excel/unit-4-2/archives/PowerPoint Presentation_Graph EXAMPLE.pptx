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5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BD7B-4FAD-4444-83D9-9B30A1982D7B}" type="datetimeFigureOut">
              <a:rPr lang="en-IE" smtClean="0"/>
              <a:t>25/09/2019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9BF7-EC14-45A3-8BB3-FA7ADFD8FFA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9887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BD7B-4FAD-4444-83D9-9B30A1982D7B}" type="datetimeFigureOut">
              <a:rPr lang="en-IE" smtClean="0"/>
              <a:t>25/09/2019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9BF7-EC14-45A3-8BB3-FA7ADFD8FFA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58352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BD7B-4FAD-4444-83D9-9B30A1982D7B}" type="datetimeFigureOut">
              <a:rPr lang="en-IE" smtClean="0"/>
              <a:t>25/09/2019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9BF7-EC14-45A3-8BB3-FA7ADFD8FFA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7272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BD7B-4FAD-4444-83D9-9B30A1982D7B}" type="datetimeFigureOut">
              <a:rPr lang="en-IE" smtClean="0"/>
              <a:t>25/09/2019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9BF7-EC14-45A3-8BB3-FA7ADFD8FFA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14978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BD7B-4FAD-4444-83D9-9B30A1982D7B}" type="datetimeFigureOut">
              <a:rPr lang="en-IE" smtClean="0"/>
              <a:t>25/09/2019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9BF7-EC14-45A3-8BB3-FA7ADFD8FFA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105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BD7B-4FAD-4444-83D9-9B30A1982D7B}" type="datetimeFigureOut">
              <a:rPr lang="en-IE" smtClean="0"/>
              <a:t>25/09/2019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9BF7-EC14-45A3-8BB3-FA7ADFD8FFA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3888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BD7B-4FAD-4444-83D9-9B30A1982D7B}" type="datetimeFigureOut">
              <a:rPr lang="en-IE" smtClean="0"/>
              <a:t>25/09/2019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9BF7-EC14-45A3-8BB3-FA7ADFD8FFA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80002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BD7B-4FAD-4444-83D9-9B30A1982D7B}" type="datetimeFigureOut">
              <a:rPr lang="en-IE" smtClean="0"/>
              <a:t>25/09/2019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9BF7-EC14-45A3-8BB3-FA7ADFD8FFA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7789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BD7B-4FAD-4444-83D9-9B30A1982D7B}" type="datetimeFigureOut">
              <a:rPr lang="en-IE" smtClean="0"/>
              <a:t>25/09/2019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9BF7-EC14-45A3-8BB3-FA7ADFD8FFA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76995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BD7B-4FAD-4444-83D9-9B30A1982D7B}" type="datetimeFigureOut">
              <a:rPr lang="en-IE" smtClean="0"/>
              <a:t>25/09/2019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9BF7-EC14-45A3-8BB3-FA7ADFD8FFA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37645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BD7B-4FAD-4444-83D9-9B30A1982D7B}" type="datetimeFigureOut">
              <a:rPr lang="en-IE" smtClean="0"/>
              <a:t>25/09/2019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9BF7-EC14-45A3-8BB3-FA7ADFD8FFA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97697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0BD7B-4FAD-4444-83D9-9B30A1982D7B}" type="datetimeFigureOut">
              <a:rPr lang="en-IE" smtClean="0"/>
              <a:t>25/09/2019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19BF7-EC14-45A3-8BB3-FA7ADFD8FFA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7367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 smtClean="0"/>
              <a:t>The Effect of Temperature on the Resistance of a Resistor</a:t>
            </a:r>
            <a:endParaRPr lang="en-I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84784"/>
            <a:ext cx="7848872" cy="5131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2376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The Effect of Temperature on the Resistance of a Resistor</vt:lpstr>
    </vt:vector>
  </TitlesOfParts>
  <Company>WIT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June Frisby</dc:creator>
  <cp:lastModifiedBy>Mary Fitzgerald</cp:lastModifiedBy>
  <cp:revision>2</cp:revision>
  <dcterms:created xsi:type="dcterms:W3CDTF">2015-11-05T10:40:22Z</dcterms:created>
  <dcterms:modified xsi:type="dcterms:W3CDTF">2019-09-25T15:29:31Z</dcterms:modified>
</cp:coreProperties>
</file>